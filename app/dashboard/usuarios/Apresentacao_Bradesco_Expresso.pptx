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ABERTURA DE CONTA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Abertura rápida e sem burocracia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Conta corrente com acesso completo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Movimentação pelo app Bradesco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Mais facilidade para o dia a dia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Ideal para novos clientes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SUPER PROTEGIDO (DÉBITO E CRÉDITO)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Proteção contra imprevistos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Cobertura para compras no débito e crédito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Mais segurança nas transações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Assistência em casos de sinistro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Tranquilidade para o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CARTÃO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Limite aprovado na hora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Facilidade de pagamento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Parcelamento de compras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Aceito em todo o Brasil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Controle pelo aplicativo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EMPRÉSTIMO PESSOAL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Liberação rápida de crédito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Parcelas que cabem no bolso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Sem necessidade de garantia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Ideal para imprevistos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Contratação simples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EMPRÉSTIMO CONSIGNADO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Desconto direto em folha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Taxas reduzidas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Facilidade na aprovação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Segurança no pagamento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Indicado para aposentados e servidores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MICROSSEGURO E VIVA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Proteção acessível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Cobertura essencial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Planos com baixo custo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Segurança para a família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Fácil contratação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SEGURO RESIDENCIAL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Proteção para sua casa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Cobertura contra incêndios e danos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Assistência 24h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Tranquilidade no dia a dia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Planos flexíveis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PLANO ODONTOLÓGICO BRADESCO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Cobertura odontológica completa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Rede credenciada ampla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Prevenção e tratamento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Custo acessível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Saúde bucal garantida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57700"/>
            <a:ext cx="9144000" cy="24003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 manual_Página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3233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SORTE EXPRESSA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Participação em sorteios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Chance de ganhar prêmios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Produto simples e atrativo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Ideal para oferecer no balcão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Mais oportunidades para o cliente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